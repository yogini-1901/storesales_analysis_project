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bril Fatface" charset="1" panose="02000503000000020003"/>
      <p:regular r:id="rId10"/>
    </p:embeddedFont>
    <p:embeddedFont>
      <p:font typeface="Agrandir" charset="1" panose="00000500000000000000"/>
      <p:regular r:id="rId11"/>
    </p:embeddedFont>
    <p:embeddedFont>
      <p:font typeface="Agrandir Medium" charset="1" panose="00000600000000000000"/>
      <p:regular r:id="rId12"/>
    </p:embeddedFont>
    <p:embeddedFont>
      <p:font typeface="Agrandir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69359" y="4510465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0" y="0"/>
                </a:moveTo>
                <a:lnTo>
                  <a:pt x="8476179" y="0"/>
                </a:lnTo>
                <a:lnTo>
                  <a:pt x="847617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81180" y="4510465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7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79" y="0"/>
                </a:lnTo>
                <a:lnTo>
                  <a:pt x="8476179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09271" y="2635359"/>
            <a:ext cx="17783070" cy="30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Sales &amp; Profit Performance Analysis for Online Store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4702" y="6389668"/>
            <a:ext cx="7315124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 analyse sales data and identify insights that help improve sales performance and profitability.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1027" y="8994458"/>
            <a:ext cx="3757427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Presented by: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Yogini Rajan Mane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49094" y="1028700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66939" y="8994458"/>
            <a:ext cx="3757427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Tools Used: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Power BI | Excel | SQL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2615" y="2712936"/>
            <a:ext cx="9156749" cy="472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dashboard shows overall sales and profit performance of the online store.</a:t>
            </a:r>
          </a:p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Total Sales: $14.2M</a:t>
            </a:r>
          </a:p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Total Profit: $2.1M</a:t>
            </a:r>
          </a:p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Profit Ratio: 14.8%</a:t>
            </a:r>
          </a:p>
          <a:p>
            <a:pPr algn="l">
              <a:lnSpc>
                <a:spcPts val="4631"/>
              </a:lnSpc>
            </a:pPr>
          </a:p>
          <a:p>
            <a:pPr algn="l">
              <a:lnSpc>
                <a:spcPts val="4631"/>
              </a:lnSpc>
            </a:pPr>
          </a:p>
          <a:p>
            <a:pPr algn="l">
              <a:lnSpc>
                <a:spcPts val="4631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2680399" y="-5913741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9159" y="682665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5" y="0"/>
                </a:lnTo>
                <a:lnTo>
                  <a:pt x="1010205" y="1010205"/>
                </a:lnTo>
                <a:lnTo>
                  <a:pt x="0" y="1010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8283" y="4660541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0182"/>
            <a:ext cx="14560721" cy="111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Sales &amp; Profit Performance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56637" y="6141924"/>
            <a:ext cx="9156749" cy="414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1"/>
              </a:lnSpc>
            </a:pPr>
            <a:r>
              <a:rPr lang="en-US" sz="3308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observation:</a:t>
            </a:r>
          </a:p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Sales and profit trends show growth over time, indicating increasing demand.</a:t>
            </a:r>
          </a:p>
          <a:p>
            <a:pPr algn="l" marL="714201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Some months show higher sales spikes, which may be due to promotions or seasonal demand.</a:t>
            </a:r>
          </a:p>
          <a:p>
            <a:pPr algn="l">
              <a:lnSpc>
                <a:spcPts val="4631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-1219542" y="6639887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7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79" y="0"/>
                </a:lnTo>
                <a:lnTo>
                  <a:pt x="8476179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2034"/>
            <a:ext cx="8115300" cy="226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Insights from the Analysis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8277581">
            <a:off x="4127738" y="-5552995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1831" y="682665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5"/>
                </a:lnTo>
                <a:lnTo>
                  <a:pt x="0" y="1010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763586"/>
            <a:ext cx="14674256" cy="142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Insights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Top customers like Apex Solutions and Vertex Corp contribute a large share of total profit.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Focusing on high-value customers can increase long-term revenue.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58255"/>
            <a:ext cx="14674256" cy="18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Regional Performance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North America generates the highest sales compared to other regions.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Some regions show lower profit contribution, indicating potential improvement areas.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21015"/>
            <a:ext cx="14674256" cy="18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Product Profitability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Some subcategories generate high profit, while others create losses.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Loss-making segments need pricing or cost optimization.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8277581">
            <a:off x="12893947" y="6666617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640469" y="7795230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06236" y="8248094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9094" y="1028700"/>
            <a:ext cx="1010206" cy="1010206"/>
          </a:xfrm>
          <a:custGeom>
            <a:avLst/>
            <a:gdLst/>
            <a:ahLst/>
            <a:cxnLst/>
            <a:rect r="r" b="b" t="t" l="l"/>
            <a:pathLst>
              <a:path h="1010206" w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5968146" y="-6695797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5008" y="1409978"/>
            <a:ext cx="12413541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Business Recommendations to Increase Profit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008" y="3759478"/>
            <a:ext cx="8775395" cy="629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Focus on High-Profit Products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Promote categories that generate higher profit margins.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Reduce Loss-Making Products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Review pricing strategy for loss-making subcategories.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Strengthen High-Performing Regions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Increase marketing efforts in North America and high-demand regions.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Customer Retention Strategy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Build loyalty programs for top profit-contributing customers.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12605" y="5074999"/>
            <a:ext cx="8775395" cy="317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 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analysis helps the business understand sales performance, identify profitable products and customers, and make data-driven decisions to improve revenue and profitability.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This dashboard helps the company track sales performance, identify profitable areas, and take strategic actions to improve revenue and profit.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DAHDYEYD0Cw</dc:identifier>
  <dcterms:modified xsi:type="dcterms:W3CDTF">2011-08-01T06:04:30Z</dcterms:modified>
  <cp:revision>1</cp:revision>
  <dc:title>Sales and profit analyst</dc:title>
</cp:coreProperties>
</file>